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7"/>
  </p:sldMasterIdLst>
  <p:notesMasterIdLst>
    <p:notesMasterId r:id="rId12"/>
  </p:notesMasterIdLst>
  <p:sldIdLst>
    <p:sldId id="2145709173" r:id="rId8"/>
    <p:sldId id="2145709183" r:id="rId9"/>
    <p:sldId id="2145709184" r:id="rId10"/>
    <p:sldId id="2145709185" r:id="rId11"/>
  </p:sldIdLst>
  <p:sldSz cx="12192000" cy="6858000"/>
  <p:notesSz cx="6858000" cy="9144000"/>
  <p:custDataLst>
    <p:custData r:id="rId4"/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988B4F3-95C2-414F-BA64-9C779B689403}">
          <p14:sldIdLst>
            <p14:sldId id="2145709173"/>
            <p14:sldId id="2145709183"/>
            <p14:sldId id="2145709184"/>
            <p14:sldId id="214570918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5D4896-8FE0-7879-5004-21A1B30710CF}" name="Prithviraj Motwani (IN)" initials="PM(" userId="S::prithviraj.motwani@pwc.com::f8488e80-327f-48ed-84dc-b35ef882e9ee" providerId="AD"/>
  <p188:author id="{36532AA0-D79C-2ACA-5218-579A6001F8CE}" name="Uday Goyal (IN)" initials="UG(" userId="S::uday.goyal@pwc.com::305472ca-f9b0-4d7d-a36c-f1f0fceb36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DB8A3"/>
    <a:srgbClr val="008080"/>
    <a:srgbClr val="FA4912"/>
    <a:srgbClr val="00858C"/>
    <a:srgbClr val="FDB913"/>
    <a:srgbClr val="CCE7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6965E-6ED6-68B8-C745-C33852C63600}" v="1163" dt="2026-01-27T16:40:01.553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264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5" Type="http://schemas.openxmlformats.org/officeDocument/2006/relationships/customXml" Target="../customXml/item5.xml"/><Relationship Id="rId15" Type="http://schemas.openxmlformats.org/officeDocument/2006/relationships/viewProps" Target="view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29148-515C-480C-BCA4-E8905A39CCB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25B8C-CE50-403A-BEEB-8BC3AC0B1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93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398674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247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1" y="400050"/>
            <a:ext cx="11283350" cy="6042892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xmlns="" id="{0F97AE67-C7ED-4404-BD23-5EBABDB8CBBA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xmlns="" id="{75A9DCF5-DC67-4159-8D3A-91B16823F69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352997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1279" y="448574"/>
            <a:ext cx="11309444" cy="5147008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806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F8E5CFB-780A-47D9-8B22-74B6C764BBC1}"/>
              </a:ext>
            </a:extLst>
          </p:cNvPr>
          <p:cNvSpPr/>
          <p:nvPr userDrawn="1"/>
        </p:nvSpPr>
        <p:spPr>
          <a:xfrm>
            <a:off x="0" y="0"/>
            <a:ext cx="431074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DINPro" panose="020B0504020101020102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024DBF6E-5656-4C2C-8BFE-36BD8774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622" y="2456595"/>
            <a:ext cx="4916605" cy="52034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588AC9E3-2538-4404-9A83-F890E89307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08178" y="-598228"/>
            <a:ext cx="4916605" cy="52034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B5635C94-E08F-4A38-A080-B5794BEB90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8427" y="-598228"/>
            <a:ext cx="4916605" cy="52034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617CAE8-B649-4029-B58B-DAA2351AC8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92521" y="736979"/>
            <a:ext cx="3575713" cy="2403811"/>
          </a:xfrm>
          <a:custGeom>
            <a:avLst/>
            <a:gdLst>
              <a:gd name="connsiteX0" fmla="*/ 0 w 3575713"/>
              <a:gd name="connsiteY0" fmla="*/ 0 h 2403811"/>
              <a:gd name="connsiteX1" fmla="*/ 3575713 w 3575713"/>
              <a:gd name="connsiteY1" fmla="*/ 0 h 2403811"/>
              <a:gd name="connsiteX2" fmla="*/ 3575713 w 3575713"/>
              <a:gd name="connsiteY2" fmla="*/ 2403811 h 2403811"/>
              <a:gd name="connsiteX3" fmla="*/ 0 w 3575713"/>
              <a:gd name="connsiteY3" fmla="*/ 2403811 h 24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5713" h="2403811">
                <a:moveTo>
                  <a:pt x="0" y="0"/>
                </a:moveTo>
                <a:lnTo>
                  <a:pt x="3575713" y="0"/>
                </a:lnTo>
                <a:lnTo>
                  <a:pt x="3575713" y="2403811"/>
                </a:lnTo>
                <a:lnTo>
                  <a:pt x="0" y="2403811"/>
                </a:lnTo>
                <a:close/>
              </a:path>
            </a:pathLst>
          </a:cu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392DE0D-F0AA-4EB3-B0F9-9B82DE8E74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36979"/>
            <a:ext cx="1924334" cy="2403810"/>
          </a:xfrm>
          <a:custGeom>
            <a:avLst/>
            <a:gdLst>
              <a:gd name="connsiteX0" fmla="*/ 0 w 1924334"/>
              <a:gd name="connsiteY0" fmla="*/ 0 h 2403810"/>
              <a:gd name="connsiteX1" fmla="*/ 1924334 w 1924334"/>
              <a:gd name="connsiteY1" fmla="*/ 0 h 2403810"/>
              <a:gd name="connsiteX2" fmla="*/ 1924334 w 1924334"/>
              <a:gd name="connsiteY2" fmla="*/ 2403810 h 2403810"/>
              <a:gd name="connsiteX3" fmla="*/ 0 w 1924334"/>
              <a:gd name="connsiteY3" fmla="*/ 2403810 h 240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334" h="2403810">
                <a:moveTo>
                  <a:pt x="0" y="0"/>
                </a:moveTo>
                <a:lnTo>
                  <a:pt x="1924334" y="0"/>
                </a:lnTo>
                <a:lnTo>
                  <a:pt x="1924334" y="2403810"/>
                </a:lnTo>
                <a:lnTo>
                  <a:pt x="0" y="2403810"/>
                </a:lnTo>
                <a:close/>
              </a:path>
            </a:pathLst>
          </a:cu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80CD4F3B-6FCC-4239-B5FE-02ADEFD5A7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86068" y="3773608"/>
            <a:ext cx="3575713" cy="2403811"/>
          </a:xfrm>
          <a:custGeom>
            <a:avLst/>
            <a:gdLst>
              <a:gd name="connsiteX0" fmla="*/ 0 w 3575713"/>
              <a:gd name="connsiteY0" fmla="*/ 0 h 2403811"/>
              <a:gd name="connsiteX1" fmla="*/ 3575713 w 3575713"/>
              <a:gd name="connsiteY1" fmla="*/ 0 h 2403811"/>
              <a:gd name="connsiteX2" fmla="*/ 3575713 w 3575713"/>
              <a:gd name="connsiteY2" fmla="*/ 2403811 h 2403811"/>
              <a:gd name="connsiteX3" fmla="*/ 0 w 3575713"/>
              <a:gd name="connsiteY3" fmla="*/ 2403811 h 24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5713" h="2403811">
                <a:moveTo>
                  <a:pt x="0" y="0"/>
                </a:moveTo>
                <a:lnTo>
                  <a:pt x="3575713" y="0"/>
                </a:lnTo>
                <a:lnTo>
                  <a:pt x="3575713" y="2403811"/>
                </a:lnTo>
                <a:lnTo>
                  <a:pt x="0" y="2403811"/>
                </a:lnTo>
                <a:close/>
              </a:path>
            </a:pathLst>
          </a:custGeom>
        </p:spPr>
      </p:pic>
      <p:sp>
        <p:nvSpPr>
          <p:cNvPr id="9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330975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267236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8906" y="559558"/>
            <a:ext cx="2763286" cy="6298442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65276" y="559558"/>
            <a:ext cx="2763286" cy="6298442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xmlns="" id="{CE232584-04CA-4C5C-8A53-F87EC4E7418E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xmlns="" id="{6B6774B5-97DD-41B8-9BBF-5B1F619C5AD4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86731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5187352" cy="6858000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xmlns="" id="{CF297D96-4652-4642-88FF-2159417086AA}"/>
              </a:ext>
            </a:extLst>
          </p:cNvPr>
          <p:cNvSpPr>
            <a:spLocks/>
          </p:cNvSpPr>
          <p:nvPr userDrawn="1"/>
        </p:nvSpPr>
        <p:spPr bwMode="auto">
          <a:xfrm>
            <a:off x="9677541" y="64417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62038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234" y="518615"/>
            <a:ext cx="10890870" cy="3111689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480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2074" y="0"/>
            <a:ext cx="5101088" cy="6858000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317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5040702" cy="6858000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36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D3983C1-48A8-4AD5-9407-3382BDDD0698}"/>
              </a:ext>
            </a:extLst>
          </p:cNvPr>
          <p:cNvSpPr/>
          <p:nvPr userDrawn="1"/>
        </p:nvSpPr>
        <p:spPr>
          <a:xfrm>
            <a:off x="1428665" y="967854"/>
            <a:ext cx="5176853" cy="5133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DINPro" panose="020B0504020101020102" pitchFamily="34" charset="0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87261" y="1091821"/>
            <a:ext cx="4895426" cy="4885898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472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5152845" cy="6858000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471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>
            <a:extLst>
              <a:ext uri="{FF2B5EF4-FFF2-40B4-BE49-F238E27FC236}">
                <a16:creationId xmlns:a16="http://schemas.microsoft.com/office/drawing/2014/main" xmlns="" id="{2514F78A-190E-454A-9FC3-12BD12B3AD48}"/>
              </a:ext>
            </a:extLst>
          </p:cNvPr>
          <p:cNvSpPr/>
          <p:nvPr userDrawn="1"/>
        </p:nvSpPr>
        <p:spPr>
          <a:xfrm flipV="1">
            <a:off x="370319" y="0"/>
            <a:ext cx="5868538" cy="6858000"/>
          </a:xfrm>
          <a:prstGeom prst="parallelogram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DINPro" panose="020B0504020101020102" pitchFamily="34" charset="0"/>
            </a:endParaRP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319" y="-8626"/>
            <a:ext cx="5875917" cy="6883877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  <a:gd name="connsiteX0" fmla="*/ 0 w 4134399"/>
              <a:gd name="connsiteY0" fmla="*/ 5765 h 4589488"/>
              <a:gd name="connsiteX1" fmla="*/ 4134399 w 4134399"/>
              <a:gd name="connsiteY1" fmla="*/ 0 h 4589488"/>
              <a:gd name="connsiteX2" fmla="*/ 2743201 w 4134399"/>
              <a:gd name="connsiteY2" fmla="*/ 4589488 h 4589488"/>
              <a:gd name="connsiteX3" fmla="*/ 0 w 4134399"/>
              <a:gd name="connsiteY3" fmla="*/ 4589488 h 4589488"/>
              <a:gd name="connsiteX4" fmla="*/ 0 w 4134399"/>
              <a:gd name="connsiteY4" fmla="*/ 5765 h 4589488"/>
              <a:gd name="connsiteX0" fmla="*/ 1375022 w 5509421"/>
              <a:gd name="connsiteY0" fmla="*/ 5765 h 4601019"/>
              <a:gd name="connsiteX1" fmla="*/ 5509421 w 5509421"/>
              <a:gd name="connsiteY1" fmla="*/ 0 h 4601019"/>
              <a:gd name="connsiteX2" fmla="*/ 4118223 w 5509421"/>
              <a:gd name="connsiteY2" fmla="*/ 4589488 h 4601019"/>
              <a:gd name="connsiteX3" fmla="*/ 0 w 5509421"/>
              <a:gd name="connsiteY3" fmla="*/ 4601019 h 4601019"/>
              <a:gd name="connsiteX4" fmla="*/ 1375022 w 5509421"/>
              <a:gd name="connsiteY4" fmla="*/ 5765 h 460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9421" h="4601019">
                <a:moveTo>
                  <a:pt x="1375022" y="5765"/>
                </a:moveTo>
                <a:lnTo>
                  <a:pt x="5509421" y="0"/>
                </a:lnTo>
                <a:lnTo>
                  <a:pt x="4118223" y="4589488"/>
                </a:lnTo>
                <a:lnTo>
                  <a:pt x="0" y="4601019"/>
                </a:lnTo>
                <a:lnTo>
                  <a:pt x="1375022" y="57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9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8906" y="423081"/>
            <a:ext cx="3745926" cy="6011838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29115" y="3429001"/>
            <a:ext cx="6354235" cy="3005918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307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922" y="-1"/>
            <a:ext cx="5092890" cy="6858001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974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8615" y="480151"/>
            <a:ext cx="2538484" cy="2569192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32813" y="483370"/>
            <a:ext cx="3690582" cy="2569192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99110" y="477672"/>
            <a:ext cx="4637965" cy="5936776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27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4232AC9-AD19-4274-A5B7-4149674C32E2}"/>
              </a:ext>
            </a:extLst>
          </p:cNvPr>
          <p:cNvSpPr/>
          <p:nvPr userDrawn="1"/>
        </p:nvSpPr>
        <p:spPr>
          <a:xfrm>
            <a:off x="0" y="3691720"/>
            <a:ext cx="12192000" cy="3166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DINPro" panose="020B0504020101020102" pitchFamily="34" charset="0"/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5861" y="2009955"/>
            <a:ext cx="10509248" cy="3564449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46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4009" y="976965"/>
            <a:ext cx="2979761" cy="5170796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4603" y="978751"/>
            <a:ext cx="2979761" cy="5170796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1" h="4583723">
                <a:moveTo>
                  <a:pt x="0" y="0"/>
                </a:moveTo>
                <a:lnTo>
                  <a:pt x="2743201" y="0"/>
                </a:lnTo>
                <a:lnTo>
                  <a:pt x="2743201" y="4583723"/>
                </a:lnTo>
                <a:lnTo>
                  <a:pt x="0" y="4583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979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xmlns="" id="{EF966087-B994-4D5B-9B1E-5391862A8B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4204" y="396088"/>
            <a:ext cx="6123114" cy="6099606"/>
          </a:xfrm>
          <a:custGeom>
            <a:avLst/>
            <a:gdLst>
              <a:gd name="connsiteX0" fmla="*/ 0 w 2743201"/>
              <a:gd name="connsiteY0" fmla="*/ 0 h 4583723"/>
              <a:gd name="connsiteX1" fmla="*/ 2743201 w 2743201"/>
              <a:gd name="connsiteY1" fmla="*/ 0 h 4583723"/>
              <a:gd name="connsiteX2" fmla="*/ 2743201 w 2743201"/>
              <a:gd name="connsiteY2" fmla="*/ 4583723 h 4583723"/>
              <a:gd name="connsiteX3" fmla="*/ 0 w 2743201"/>
              <a:gd name="connsiteY3" fmla="*/ 4583723 h 4583723"/>
              <a:gd name="connsiteX0" fmla="*/ 0 w 7042746"/>
              <a:gd name="connsiteY0" fmla="*/ 0 h 4583723"/>
              <a:gd name="connsiteX1" fmla="*/ 7042746 w 7042746"/>
              <a:gd name="connsiteY1" fmla="*/ 834665 h 4583723"/>
              <a:gd name="connsiteX2" fmla="*/ 2743201 w 7042746"/>
              <a:gd name="connsiteY2" fmla="*/ 4583723 h 4583723"/>
              <a:gd name="connsiteX3" fmla="*/ 0 w 7042746"/>
              <a:gd name="connsiteY3" fmla="*/ 4583723 h 4583723"/>
              <a:gd name="connsiteX4" fmla="*/ 0 w 7042746"/>
              <a:gd name="connsiteY4" fmla="*/ 0 h 4583723"/>
              <a:gd name="connsiteX0" fmla="*/ 5000297 w 7042746"/>
              <a:gd name="connsiteY0" fmla="*/ 0 h 4725078"/>
              <a:gd name="connsiteX1" fmla="*/ 7042746 w 7042746"/>
              <a:gd name="connsiteY1" fmla="*/ 976020 h 4725078"/>
              <a:gd name="connsiteX2" fmla="*/ 2743201 w 7042746"/>
              <a:gd name="connsiteY2" fmla="*/ 4725078 h 4725078"/>
              <a:gd name="connsiteX3" fmla="*/ 0 w 7042746"/>
              <a:gd name="connsiteY3" fmla="*/ 4725078 h 4725078"/>
              <a:gd name="connsiteX4" fmla="*/ 5000297 w 7042746"/>
              <a:gd name="connsiteY4" fmla="*/ 0 h 4725078"/>
              <a:gd name="connsiteX0" fmla="*/ 6401806 w 8444255"/>
              <a:gd name="connsiteY0" fmla="*/ 0 h 4725078"/>
              <a:gd name="connsiteX1" fmla="*/ 8444255 w 8444255"/>
              <a:gd name="connsiteY1" fmla="*/ 976020 h 4725078"/>
              <a:gd name="connsiteX2" fmla="*/ 4144710 w 8444255"/>
              <a:gd name="connsiteY2" fmla="*/ 4725078 h 4725078"/>
              <a:gd name="connsiteX3" fmla="*/ 0 w 8444255"/>
              <a:gd name="connsiteY3" fmla="*/ 3634629 h 4725078"/>
              <a:gd name="connsiteX4" fmla="*/ 6401806 w 8444255"/>
              <a:gd name="connsiteY4" fmla="*/ 0 h 4725078"/>
              <a:gd name="connsiteX0" fmla="*/ 6401806 w 8444255"/>
              <a:gd name="connsiteY0" fmla="*/ 0 h 4752003"/>
              <a:gd name="connsiteX1" fmla="*/ 8444255 w 8444255"/>
              <a:gd name="connsiteY1" fmla="*/ 976020 h 4752003"/>
              <a:gd name="connsiteX2" fmla="*/ 2078077 w 8444255"/>
              <a:gd name="connsiteY2" fmla="*/ 4752003 h 4752003"/>
              <a:gd name="connsiteX3" fmla="*/ 0 w 8444255"/>
              <a:gd name="connsiteY3" fmla="*/ 3634629 h 4752003"/>
              <a:gd name="connsiteX4" fmla="*/ 6401806 w 8444255"/>
              <a:gd name="connsiteY4" fmla="*/ 0 h 4752003"/>
              <a:gd name="connsiteX0" fmla="*/ 6366175 w 8408624"/>
              <a:gd name="connsiteY0" fmla="*/ 0 h 4752003"/>
              <a:gd name="connsiteX1" fmla="*/ 8408624 w 8408624"/>
              <a:gd name="connsiteY1" fmla="*/ 976020 h 4752003"/>
              <a:gd name="connsiteX2" fmla="*/ 2042446 w 8408624"/>
              <a:gd name="connsiteY2" fmla="*/ 4752003 h 4752003"/>
              <a:gd name="connsiteX3" fmla="*/ 0 w 8408624"/>
              <a:gd name="connsiteY3" fmla="*/ 3607705 h 4752003"/>
              <a:gd name="connsiteX4" fmla="*/ 6366175 w 8408624"/>
              <a:gd name="connsiteY4" fmla="*/ 0 h 4752003"/>
              <a:gd name="connsiteX0" fmla="*/ 6366175 w 8420501"/>
              <a:gd name="connsiteY0" fmla="*/ 0 h 4752003"/>
              <a:gd name="connsiteX1" fmla="*/ 8420501 w 8420501"/>
              <a:gd name="connsiteY1" fmla="*/ 1144299 h 4752003"/>
              <a:gd name="connsiteX2" fmla="*/ 2042446 w 8420501"/>
              <a:gd name="connsiteY2" fmla="*/ 4752003 h 4752003"/>
              <a:gd name="connsiteX3" fmla="*/ 0 w 8420501"/>
              <a:gd name="connsiteY3" fmla="*/ 3607705 h 4752003"/>
              <a:gd name="connsiteX4" fmla="*/ 6366175 w 8420501"/>
              <a:gd name="connsiteY4" fmla="*/ 0 h 4752003"/>
              <a:gd name="connsiteX0" fmla="*/ 6366175 w 8420501"/>
              <a:gd name="connsiteY0" fmla="*/ 0 h 4752003"/>
              <a:gd name="connsiteX1" fmla="*/ 8420501 w 8420501"/>
              <a:gd name="connsiteY1" fmla="*/ 1144299 h 4752003"/>
              <a:gd name="connsiteX2" fmla="*/ 2042446 w 8420501"/>
              <a:gd name="connsiteY2" fmla="*/ 4752003 h 4752003"/>
              <a:gd name="connsiteX3" fmla="*/ 0 w 8420501"/>
              <a:gd name="connsiteY3" fmla="*/ 3607705 h 4752003"/>
              <a:gd name="connsiteX4" fmla="*/ 4206355 w 8420501"/>
              <a:gd name="connsiteY4" fmla="*/ 1212180 h 4752003"/>
              <a:gd name="connsiteX5" fmla="*/ 6366175 w 8420501"/>
              <a:gd name="connsiteY5" fmla="*/ 0 h 4752003"/>
              <a:gd name="connsiteX0" fmla="*/ 6366175 w 8420501"/>
              <a:gd name="connsiteY0" fmla="*/ 0 h 4752003"/>
              <a:gd name="connsiteX1" fmla="*/ 8420501 w 8420501"/>
              <a:gd name="connsiteY1" fmla="*/ 1144299 h 4752003"/>
              <a:gd name="connsiteX2" fmla="*/ 2042446 w 8420501"/>
              <a:gd name="connsiteY2" fmla="*/ 4752003 h 4752003"/>
              <a:gd name="connsiteX3" fmla="*/ 0 w 8420501"/>
              <a:gd name="connsiteY3" fmla="*/ 3607705 h 4752003"/>
              <a:gd name="connsiteX4" fmla="*/ 2187232 w 8420501"/>
              <a:gd name="connsiteY4" fmla="*/ 2363210 h 4752003"/>
              <a:gd name="connsiteX5" fmla="*/ 4206355 w 8420501"/>
              <a:gd name="connsiteY5" fmla="*/ 1212180 h 4752003"/>
              <a:gd name="connsiteX6" fmla="*/ 6366175 w 8420501"/>
              <a:gd name="connsiteY6" fmla="*/ 0 h 4752003"/>
              <a:gd name="connsiteX0" fmla="*/ 6366175 w 8420501"/>
              <a:gd name="connsiteY0" fmla="*/ 0 h 4752003"/>
              <a:gd name="connsiteX1" fmla="*/ 8420501 w 8420501"/>
              <a:gd name="connsiteY1" fmla="*/ 1144299 h 4752003"/>
              <a:gd name="connsiteX2" fmla="*/ 2042446 w 8420501"/>
              <a:gd name="connsiteY2" fmla="*/ 4752003 h 4752003"/>
              <a:gd name="connsiteX3" fmla="*/ 0 w 8420501"/>
              <a:gd name="connsiteY3" fmla="*/ 3607705 h 4752003"/>
              <a:gd name="connsiteX4" fmla="*/ 2187232 w 8420501"/>
              <a:gd name="connsiteY4" fmla="*/ 2363210 h 4752003"/>
              <a:gd name="connsiteX5" fmla="*/ 2496039 w 8420501"/>
              <a:gd name="connsiteY5" fmla="*/ 2174738 h 4752003"/>
              <a:gd name="connsiteX6" fmla="*/ 4206355 w 8420501"/>
              <a:gd name="connsiteY6" fmla="*/ 1212180 h 4752003"/>
              <a:gd name="connsiteX7" fmla="*/ 6366175 w 8420501"/>
              <a:gd name="connsiteY7" fmla="*/ 0 h 4752003"/>
              <a:gd name="connsiteX0" fmla="*/ 6366175 w 8420501"/>
              <a:gd name="connsiteY0" fmla="*/ 0 h 4752003"/>
              <a:gd name="connsiteX1" fmla="*/ 8420501 w 8420501"/>
              <a:gd name="connsiteY1" fmla="*/ 1144299 h 4752003"/>
              <a:gd name="connsiteX2" fmla="*/ 2042446 w 8420501"/>
              <a:gd name="connsiteY2" fmla="*/ 4752003 h 4752003"/>
              <a:gd name="connsiteX3" fmla="*/ 0 w 8420501"/>
              <a:gd name="connsiteY3" fmla="*/ 3607705 h 4752003"/>
              <a:gd name="connsiteX4" fmla="*/ 2187232 w 8420501"/>
              <a:gd name="connsiteY4" fmla="*/ 2363210 h 4752003"/>
              <a:gd name="connsiteX5" fmla="*/ 2496039 w 8420501"/>
              <a:gd name="connsiteY5" fmla="*/ 2174738 h 4752003"/>
              <a:gd name="connsiteX6" fmla="*/ 3576864 w 8420501"/>
              <a:gd name="connsiteY6" fmla="*/ 1582395 h 4752003"/>
              <a:gd name="connsiteX7" fmla="*/ 4206355 w 8420501"/>
              <a:gd name="connsiteY7" fmla="*/ 1212180 h 4752003"/>
              <a:gd name="connsiteX8" fmla="*/ 6366175 w 8420501"/>
              <a:gd name="connsiteY8" fmla="*/ 0 h 4752003"/>
              <a:gd name="connsiteX0" fmla="*/ 6366175 w 8420501"/>
              <a:gd name="connsiteY0" fmla="*/ 0 h 4752003"/>
              <a:gd name="connsiteX1" fmla="*/ 8420501 w 8420501"/>
              <a:gd name="connsiteY1" fmla="*/ 1144299 h 4752003"/>
              <a:gd name="connsiteX2" fmla="*/ 2042446 w 8420501"/>
              <a:gd name="connsiteY2" fmla="*/ 4752003 h 4752003"/>
              <a:gd name="connsiteX3" fmla="*/ 0 w 8420501"/>
              <a:gd name="connsiteY3" fmla="*/ 3607705 h 4752003"/>
              <a:gd name="connsiteX4" fmla="*/ 2187232 w 8420501"/>
              <a:gd name="connsiteY4" fmla="*/ 2363210 h 4752003"/>
              <a:gd name="connsiteX5" fmla="*/ 2496039 w 8420501"/>
              <a:gd name="connsiteY5" fmla="*/ 2174738 h 4752003"/>
              <a:gd name="connsiteX6" fmla="*/ 2056583 w 8420501"/>
              <a:gd name="connsiteY6" fmla="*/ 14033 h 4752003"/>
              <a:gd name="connsiteX7" fmla="*/ 4206355 w 8420501"/>
              <a:gd name="connsiteY7" fmla="*/ 1212180 h 4752003"/>
              <a:gd name="connsiteX8" fmla="*/ 6366175 w 8420501"/>
              <a:gd name="connsiteY8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2052494 w 8430549"/>
              <a:gd name="connsiteY2" fmla="*/ 4752003 h 4752003"/>
              <a:gd name="connsiteX3" fmla="*/ 10048 w 8430549"/>
              <a:gd name="connsiteY3" fmla="*/ 3607705 h 4752003"/>
              <a:gd name="connsiteX4" fmla="*/ 2197280 w 8430549"/>
              <a:gd name="connsiteY4" fmla="*/ 2363210 h 4752003"/>
              <a:gd name="connsiteX5" fmla="*/ 0 w 8430549"/>
              <a:gd name="connsiteY5" fmla="*/ 1131407 h 4752003"/>
              <a:gd name="connsiteX6" fmla="*/ 2066631 w 8430549"/>
              <a:gd name="connsiteY6" fmla="*/ 14033 h 4752003"/>
              <a:gd name="connsiteX7" fmla="*/ 4216403 w 8430549"/>
              <a:gd name="connsiteY7" fmla="*/ 1212180 h 4752003"/>
              <a:gd name="connsiteX8" fmla="*/ 6376223 w 8430549"/>
              <a:gd name="connsiteY8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2052494 w 8430549"/>
              <a:gd name="connsiteY2" fmla="*/ 4752003 h 4752003"/>
              <a:gd name="connsiteX3" fmla="*/ 10048 w 8430549"/>
              <a:gd name="connsiteY3" fmla="*/ 3607705 h 4752003"/>
              <a:gd name="connsiteX4" fmla="*/ 2197280 w 8430549"/>
              <a:gd name="connsiteY4" fmla="*/ 2363210 h 4752003"/>
              <a:gd name="connsiteX5" fmla="*/ 0 w 8430549"/>
              <a:gd name="connsiteY5" fmla="*/ 1131407 h 4752003"/>
              <a:gd name="connsiteX6" fmla="*/ 2031000 w 8430549"/>
              <a:gd name="connsiteY6" fmla="*/ 570 h 4752003"/>
              <a:gd name="connsiteX7" fmla="*/ 4216403 w 8430549"/>
              <a:gd name="connsiteY7" fmla="*/ 1212180 h 4752003"/>
              <a:gd name="connsiteX8" fmla="*/ 6376223 w 8430549"/>
              <a:gd name="connsiteY8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2052494 w 8430549"/>
              <a:gd name="connsiteY2" fmla="*/ 4752003 h 4752003"/>
              <a:gd name="connsiteX3" fmla="*/ 10048 w 8430549"/>
              <a:gd name="connsiteY3" fmla="*/ 3607705 h 4752003"/>
              <a:gd name="connsiteX4" fmla="*/ 2173525 w 8430549"/>
              <a:gd name="connsiteY4" fmla="*/ 2363210 h 4752003"/>
              <a:gd name="connsiteX5" fmla="*/ 0 w 8430549"/>
              <a:gd name="connsiteY5" fmla="*/ 1131407 h 4752003"/>
              <a:gd name="connsiteX6" fmla="*/ 2031000 w 8430549"/>
              <a:gd name="connsiteY6" fmla="*/ 570 h 4752003"/>
              <a:gd name="connsiteX7" fmla="*/ 4216403 w 8430549"/>
              <a:gd name="connsiteY7" fmla="*/ 1212180 h 4752003"/>
              <a:gd name="connsiteX8" fmla="*/ 6376223 w 8430549"/>
              <a:gd name="connsiteY8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6069246 w 8430549"/>
              <a:gd name="connsiteY2" fmla="*/ 2477640 h 4752003"/>
              <a:gd name="connsiteX3" fmla="*/ 2052494 w 8430549"/>
              <a:gd name="connsiteY3" fmla="*/ 4752003 h 4752003"/>
              <a:gd name="connsiteX4" fmla="*/ 10048 w 8430549"/>
              <a:gd name="connsiteY4" fmla="*/ 3607705 h 4752003"/>
              <a:gd name="connsiteX5" fmla="*/ 2173525 w 8430549"/>
              <a:gd name="connsiteY5" fmla="*/ 2363210 h 4752003"/>
              <a:gd name="connsiteX6" fmla="*/ 0 w 8430549"/>
              <a:gd name="connsiteY6" fmla="*/ 1131407 h 4752003"/>
              <a:gd name="connsiteX7" fmla="*/ 2031000 w 8430549"/>
              <a:gd name="connsiteY7" fmla="*/ 570 h 4752003"/>
              <a:gd name="connsiteX8" fmla="*/ 4216403 w 8430549"/>
              <a:gd name="connsiteY8" fmla="*/ 1212180 h 4752003"/>
              <a:gd name="connsiteX9" fmla="*/ 6376223 w 8430549"/>
              <a:gd name="connsiteY9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6069246 w 8430549"/>
              <a:gd name="connsiteY2" fmla="*/ 2477640 h 4752003"/>
              <a:gd name="connsiteX3" fmla="*/ 5784193 w 8430549"/>
              <a:gd name="connsiteY3" fmla="*/ 2639188 h 4752003"/>
              <a:gd name="connsiteX4" fmla="*/ 2052494 w 8430549"/>
              <a:gd name="connsiteY4" fmla="*/ 4752003 h 4752003"/>
              <a:gd name="connsiteX5" fmla="*/ 10048 w 8430549"/>
              <a:gd name="connsiteY5" fmla="*/ 3607705 h 4752003"/>
              <a:gd name="connsiteX6" fmla="*/ 2173525 w 8430549"/>
              <a:gd name="connsiteY6" fmla="*/ 2363210 h 4752003"/>
              <a:gd name="connsiteX7" fmla="*/ 0 w 8430549"/>
              <a:gd name="connsiteY7" fmla="*/ 1131407 h 4752003"/>
              <a:gd name="connsiteX8" fmla="*/ 2031000 w 8430549"/>
              <a:gd name="connsiteY8" fmla="*/ 570 h 4752003"/>
              <a:gd name="connsiteX9" fmla="*/ 4216403 w 8430549"/>
              <a:gd name="connsiteY9" fmla="*/ 1212180 h 4752003"/>
              <a:gd name="connsiteX10" fmla="*/ 6376223 w 8430549"/>
              <a:gd name="connsiteY10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6069246 w 8430549"/>
              <a:gd name="connsiteY2" fmla="*/ 2477640 h 4752003"/>
              <a:gd name="connsiteX3" fmla="*/ 5784193 w 8430549"/>
              <a:gd name="connsiteY3" fmla="*/ 2639188 h 4752003"/>
              <a:gd name="connsiteX4" fmla="*/ 4964667 w 8430549"/>
              <a:gd name="connsiteY4" fmla="*/ 3090177 h 4752003"/>
              <a:gd name="connsiteX5" fmla="*/ 2052494 w 8430549"/>
              <a:gd name="connsiteY5" fmla="*/ 4752003 h 4752003"/>
              <a:gd name="connsiteX6" fmla="*/ 10048 w 8430549"/>
              <a:gd name="connsiteY6" fmla="*/ 3607705 h 4752003"/>
              <a:gd name="connsiteX7" fmla="*/ 2173525 w 8430549"/>
              <a:gd name="connsiteY7" fmla="*/ 2363210 h 4752003"/>
              <a:gd name="connsiteX8" fmla="*/ 0 w 8430549"/>
              <a:gd name="connsiteY8" fmla="*/ 1131407 h 4752003"/>
              <a:gd name="connsiteX9" fmla="*/ 2031000 w 8430549"/>
              <a:gd name="connsiteY9" fmla="*/ 570 h 4752003"/>
              <a:gd name="connsiteX10" fmla="*/ 4216403 w 8430549"/>
              <a:gd name="connsiteY10" fmla="*/ 1212180 h 4752003"/>
              <a:gd name="connsiteX11" fmla="*/ 6376223 w 8430549"/>
              <a:gd name="connsiteY11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6069246 w 8430549"/>
              <a:gd name="connsiteY2" fmla="*/ 2477640 h 4752003"/>
              <a:gd name="connsiteX3" fmla="*/ 5784193 w 8430549"/>
              <a:gd name="connsiteY3" fmla="*/ 2639188 h 4752003"/>
              <a:gd name="connsiteX4" fmla="*/ 4964667 w 8430549"/>
              <a:gd name="connsiteY4" fmla="*/ 3090177 h 4752003"/>
              <a:gd name="connsiteX5" fmla="*/ 4501456 w 8430549"/>
              <a:gd name="connsiteY5" fmla="*/ 3352692 h 4752003"/>
              <a:gd name="connsiteX6" fmla="*/ 2052494 w 8430549"/>
              <a:gd name="connsiteY6" fmla="*/ 4752003 h 4752003"/>
              <a:gd name="connsiteX7" fmla="*/ 10048 w 8430549"/>
              <a:gd name="connsiteY7" fmla="*/ 3607705 h 4752003"/>
              <a:gd name="connsiteX8" fmla="*/ 2173525 w 8430549"/>
              <a:gd name="connsiteY8" fmla="*/ 2363210 h 4752003"/>
              <a:gd name="connsiteX9" fmla="*/ 0 w 8430549"/>
              <a:gd name="connsiteY9" fmla="*/ 1131407 h 4752003"/>
              <a:gd name="connsiteX10" fmla="*/ 2031000 w 8430549"/>
              <a:gd name="connsiteY10" fmla="*/ 570 h 4752003"/>
              <a:gd name="connsiteX11" fmla="*/ 4216403 w 8430549"/>
              <a:gd name="connsiteY11" fmla="*/ 1212180 h 4752003"/>
              <a:gd name="connsiteX12" fmla="*/ 6376223 w 8430549"/>
              <a:gd name="connsiteY12" fmla="*/ 0 h 4752003"/>
              <a:gd name="connsiteX0" fmla="*/ 6376223 w 8430549"/>
              <a:gd name="connsiteY0" fmla="*/ 0 h 4752003"/>
              <a:gd name="connsiteX1" fmla="*/ 8430549 w 8430549"/>
              <a:gd name="connsiteY1" fmla="*/ 1144299 h 4752003"/>
              <a:gd name="connsiteX2" fmla="*/ 6069246 w 8430549"/>
              <a:gd name="connsiteY2" fmla="*/ 2477640 h 4752003"/>
              <a:gd name="connsiteX3" fmla="*/ 5784193 w 8430549"/>
              <a:gd name="connsiteY3" fmla="*/ 2639188 h 4752003"/>
              <a:gd name="connsiteX4" fmla="*/ 4964667 w 8430549"/>
              <a:gd name="connsiteY4" fmla="*/ 3090177 h 4752003"/>
              <a:gd name="connsiteX5" fmla="*/ 4204527 w 8430549"/>
              <a:gd name="connsiteY5" fmla="*/ 3507510 h 4752003"/>
              <a:gd name="connsiteX6" fmla="*/ 2052494 w 8430549"/>
              <a:gd name="connsiteY6" fmla="*/ 4752003 h 4752003"/>
              <a:gd name="connsiteX7" fmla="*/ 10048 w 8430549"/>
              <a:gd name="connsiteY7" fmla="*/ 3607705 h 4752003"/>
              <a:gd name="connsiteX8" fmla="*/ 2173525 w 8430549"/>
              <a:gd name="connsiteY8" fmla="*/ 2363210 h 4752003"/>
              <a:gd name="connsiteX9" fmla="*/ 0 w 8430549"/>
              <a:gd name="connsiteY9" fmla="*/ 1131407 h 4752003"/>
              <a:gd name="connsiteX10" fmla="*/ 2031000 w 8430549"/>
              <a:gd name="connsiteY10" fmla="*/ 570 h 4752003"/>
              <a:gd name="connsiteX11" fmla="*/ 4216403 w 8430549"/>
              <a:gd name="connsiteY11" fmla="*/ 1212180 h 4752003"/>
              <a:gd name="connsiteX12" fmla="*/ 6376223 w 8430549"/>
              <a:gd name="connsiteY12" fmla="*/ 0 h 4752003"/>
              <a:gd name="connsiteX0" fmla="*/ 6376223 w 8430549"/>
              <a:gd name="connsiteY0" fmla="*/ 0 h 4759507"/>
              <a:gd name="connsiteX1" fmla="*/ 8430549 w 8430549"/>
              <a:gd name="connsiteY1" fmla="*/ 1144299 h 4759507"/>
              <a:gd name="connsiteX2" fmla="*/ 6069246 w 8430549"/>
              <a:gd name="connsiteY2" fmla="*/ 2477640 h 4759507"/>
              <a:gd name="connsiteX3" fmla="*/ 5784193 w 8430549"/>
              <a:gd name="connsiteY3" fmla="*/ 2639188 h 4759507"/>
              <a:gd name="connsiteX4" fmla="*/ 6389930 w 8430549"/>
              <a:gd name="connsiteY4" fmla="*/ 4759507 h 4759507"/>
              <a:gd name="connsiteX5" fmla="*/ 4204527 w 8430549"/>
              <a:gd name="connsiteY5" fmla="*/ 3507510 h 4759507"/>
              <a:gd name="connsiteX6" fmla="*/ 2052494 w 8430549"/>
              <a:gd name="connsiteY6" fmla="*/ 4752003 h 4759507"/>
              <a:gd name="connsiteX7" fmla="*/ 10048 w 8430549"/>
              <a:gd name="connsiteY7" fmla="*/ 3607705 h 4759507"/>
              <a:gd name="connsiteX8" fmla="*/ 2173525 w 8430549"/>
              <a:gd name="connsiteY8" fmla="*/ 2363210 h 4759507"/>
              <a:gd name="connsiteX9" fmla="*/ 0 w 8430549"/>
              <a:gd name="connsiteY9" fmla="*/ 1131407 h 4759507"/>
              <a:gd name="connsiteX10" fmla="*/ 2031000 w 8430549"/>
              <a:gd name="connsiteY10" fmla="*/ 570 h 4759507"/>
              <a:gd name="connsiteX11" fmla="*/ 4216403 w 8430549"/>
              <a:gd name="connsiteY11" fmla="*/ 1212180 h 4759507"/>
              <a:gd name="connsiteX12" fmla="*/ 6376223 w 8430549"/>
              <a:gd name="connsiteY12" fmla="*/ 0 h 4759507"/>
              <a:gd name="connsiteX0" fmla="*/ 6376223 w 8430549"/>
              <a:gd name="connsiteY0" fmla="*/ 0 h 4759507"/>
              <a:gd name="connsiteX1" fmla="*/ 8430549 w 8430549"/>
              <a:gd name="connsiteY1" fmla="*/ 1144299 h 4759507"/>
              <a:gd name="connsiteX2" fmla="*/ 6069246 w 8430549"/>
              <a:gd name="connsiteY2" fmla="*/ 2477640 h 4759507"/>
              <a:gd name="connsiteX3" fmla="*/ 8361545 w 8430549"/>
              <a:gd name="connsiteY3" fmla="*/ 3621939 h 4759507"/>
              <a:gd name="connsiteX4" fmla="*/ 6389930 w 8430549"/>
              <a:gd name="connsiteY4" fmla="*/ 4759507 h 4759507"/>
              <a:gd name="connsiteX5" fmla="*/ 4204527 w 8430549"/>
              <a:gd name="connsiteY5" fmla="*/ 3507510 h 4759507"/>
              <a:gd name="connsiteX6" fmla="*/ 2052494 w 8430549"/>
              <a:gd name="connsiteY6" fmla="*/ 4752003 h 4759507"/>
              <a:gd name="connsiteX7" fmla="*/ 10048 w 8430549"/>
              <a:gd name="connsiteY7" fmla="*/ 3607705 h 4759507"/>
              <a:gd name="connsiteX8" fmla="*/ 2173525 w 8430549"/>
              <a:gd name="connsiteY8" fmla="*/ 2363210 h 4759507"/>
              <a:gd name="connsiteX9" fmla="*/ 0 w 8430549"/>
              <a:gd name="connsiteY9" fmla="*/ 1131407 h 4759507"/>
              <a:gd name="connsiteX10" fmla="*/ 2031000 w 8430549"/>
              <a:gd name="connsiteY10" fmla="*/ 570 h 4759507"/>
              <a:gd name="connsiteX11" fmla="*/ 4216403 w 8430549"/>
              <a:gd name="connsiteY11" fmla="*/ 1212180 h 4759507"/>
              <a:gd name="connsiteX12" fmla="*/ 6376223 w 8430549"/>
              <a:gd name="connsiteY12" fmla="*/ 0 h 4759507"/>
              <a:gd name="connsiteX0" fmla="*/ 6376223 w 8430549"/>
              <a:gd name="connsiteY0" fmla="*/ 0 h 4759507"/>
              <a:gd name="connsiteX1" fmla="*/ 8430549 w 8430549"/>
              <a:gd name="connsiteY1" fmla="*/ 1144299 h 4759507"/>
              <a:gd name="connsiteX2" fmla="*/ 6247405 w 8430549"/>
              <a:gd name="connsiteY2" fmla="*/ 2369941 h 4759507"/>
              <a:gd name="connsiteX3" fmla="*/ 8361545 w 8430549"/>
              <a:gd name="connsiteY3" fmla="*/ 3621939 h 4759507"/>
              <a:gd name="connsiteX4" fmla="*/ 6389930 w 8430549"/>
              <a:gd name="connsiteY4" fmla="*/ 4759507 h 4759507"/>
              <a:gd name="connsiteX5" fmla="*/ 4204527 w 8430549"/>
              <a:gd name="connsiteY5" fmla="*/ 3507510 h 4759507"/>
              <a:gd name="connsiteX6" fmla="*/ 2052494 w 8430549"/>
              <a:gd name="connsiteY6" fmla="*/ 4752003 h 4759507"/>
              <a:gd name="connsiteX7" fmla="*/ 10048 w 8430549"/>
              <a:gd name="connsiteY7" fmla="*/ 3607705 h 4759507"/>
              <a:gd name="connsiteX8" fmla="*/ 2173525 w 8430549"/>
              <a:gd name="connsiteY8" fmla="*/ 2363210 h 4759507"/>
              <a:gd name="connsiteX9" fmla="*/ 0 w 8430549"/>
              <a:gd name="connsiteY9" fmla="*/ 1131407 h 4759507"/>
              <a:gd name="connsiteX10" fmla="*/ 2031000 w 8430549"/>
              <a:gd name="connsiteY10" fmla="*/ 570 h 4759507"/>
              <a:gd name="connsiteX11" fmla="*/ 4216403 w 8430549"/>
              <a:gd name="connsiteY11" fmla="*/ 1212180 h 4759507"/>
              <a:gd name="connsiteX12" fmla="*/ 6376223 w 8430549"/>
              <a:gd name="connsiteY12" fmla="*/ 0 h 4759507"/>
              <a:gd name="connsiteX0" fmla="*/ 6376223 w 8430549"/>
              <a:gd name="connsiteY0" fmla="*/ 0 h 4759507"/>
              <a:gd name="connsiteX1" fmla="*/ 8430549 w 8430549"/>
              <a:gd name="connsiteY1" fmla="*/ 1144299 h 4759507"/>
              <a:gd name="connsiteX2" fmla="*/ 6247405 w 8430549"/>
              <a:gd name="connsiteY2" fmla="*/ 2369941 h 4759507"/>
              <a:gd name="connsiteX3" fmla="*/ 8409055 w 8430549"/>
              <a:gd name="connsiteY3" fmla="*/ 3595014 h 4759507"/>
              <a:gd name="connsiteX4" fmla="*/ 6389930 w 8430549"/>
              <a:gd name="connsiteY4" fmla="*/ 4759507 h 4759507"/>
              <a:gd name="connsiteX5" fmla="*/ 4204527 w 8430549"/>
              <a:gd name="connsiteY5" fmla="*/ 3507510 h 4759507"/>
              <a:gd name="connsiteX6" fmla="*/ 2052494 w 8430549"/>
              <a:gd name="connsiteY6" fmla="*/ 4752003 h 4759507"/>
              <a:gd name="connsiteX7" fmla="*/ 10048 w 8430549"/>
              <a:gd name="connsiteY7" fmla="*/ 3607705 h 4759507"/>
              <a:gd name="connsiteX8" fmla="*/ 2173525 w 8430549"/>
              <a:gd name="connsiteY8" fmla="*/ 2363210 h 4759507"/>
              <a:gd name="connsiteX9" fmla="*/ 0 w 8430549"/>
              <a:gd name="connsiteY9" fmla="*/ 1131407 h 4759507"/>
              <a:gd name="connsiteX10" fmla="*/ 2031000 w 8430549"/>
              <a:gd name="connsiteY10" fmla="*/ 570 h 4759507"/>
              <a:gd name="connsiteX11" fmla="*/ 4216403 w 8430549"/>
              <a:gd name="connsiteY11" fmla="*/ 1212180 h 4759507"/>
              <a:gd name="connsiteX12" fmla="*/ 6376223 w 8430549"/>
              <a:gd name="connsiteY12" fmla="*/ 0 h 4759507"/>
              <a:gd name="connsiteX0" fmla="*/ 6376223 w 8430549"/>
              <a:gd name="connsiteY0" fmla="*/ 0 h 4759507"/>
              <a:gd name="connsiteX1" fmla="*/ 8430549 w 8430549"/>
              <a:gd name="connsiteY1" fmla="*/ 1144299 h 4759507"/>
              <a:gd name="connsiteX2" fmla="*/ 6247405 w 8430549"/>
              <a:gd name="connsiteY2" fmla="*/ 2369941 h 4759507"/>
              <a:gd name="connsiteX3" fmla="*/ 8409055 w 8430549"/>
              <a:gd name="connsiteY3" fmla="*/ 3595014 h 4759507"/>
              <a:gd name="connsiteX4" fmla="*/ 6389930 w 8430549"/>
              <a:gd name="connsiteY4" fmla="*/ 4759507 h 4759507"/>
              <a:gd name="connsiteX5" fmla="*/ 4216404 w 8430549"/>
              <a:gd name="connsiteY5" fmla="*/ 3520972 h 4759507"/>
              <a:gd name="connsiteX6" fmla="*/ 2052494 w 8430549"/>
              <a:gd name="connsiteY6" fmla="*/ 4752003 h 4759507"/>
              <a:gd name="connsiteX7" fmla="*/ 10048 w 8430549"/>
              <a:gd name="connsiteY7" fmla="*/ 3607705 h 4759507"/>
              <a:gd name="connsiteX8" fmla="*/ 2173525 w 8430549"/>
              <a:gd name="connsiteY8" fmla="*/ 2363210 h 4759507"/>
              <a:gd name="connsiteX9" fmla="*/ 0 w 8430549"/>
              <a:gd name="connsiteY9" fmla="*/ 1131407 h 4759507"/>
              <a:gd name="connsiteX10" fmla="*/ 2031000 w 8430549"/>
              <a:gd name="connsiteY10" fmla="*/ 570 h 4759507"/>
              <a:gd name="connsiteX11" fmla="*/ 4216403 w 8430549"/>
              <a:gd name="connsiteY11" fmla="*/ 1212180 h 4759507"/>
              <a:gd name="connsiteX12" fmla="*/ 6376223 w 8430549"/>
              <a:gd name="connsiteY12" fmla="*/ 0 h 4759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30549" h="4759507">
                <a:moveTo>
                  <a:pt x="6376223" y="0"/>
                </a:moveTo>
                <a:lnTo>
                  <a:pt x="8430549" y="1144299"/>
                </a:lnTo>
                <a:lnTo>
                  <a:pt x="6247405" y="2369941"/>
                </a:lnTo>
                <a:lnTo>
                  <a:pt x="8409055" y="3595014"/>
                </a:lnTo>
                <a:lnTo>
                  <a:pt x="6389930" y="4759507"/>
                </a:lnTo>
                <a:lnTo>
                  <a:pt x="4216404" y="3520972"/>
                </a:lnTo>
                <a:lnTo>
                  <a:pt x="2052494" y="4752003"/>
                </a:lnTo>
                <a:lnTo>
                  <a:pt x="10048" y="3607705"/>
                </a:lnTo>
                <a:lnTo>
                  <a:pt x="2173525" y="2363210"/>
                </a:lnTo>
                <a:lnTo>
                  <a:pt x="0" y="1131407"/>
                </a:lnTo>
                <a:lnTo>
                  <a:pt x="2031000" y="570"/>
                </a:lnTo>
                <a:lnTo>
                  <a:pt x="4216403" y="1212180"/>
                </a:lnTo>
                <a:lnTo>
                  <a:pt x="637622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979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914541" y="15240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222872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81838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304827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60400" y="928914"/>
            <a:ext cx="10871200" cy="5148858"/>
          </a:xfrm>
          <a:custGeom>
            <a:avLst/>
            <a:gdLst>
              <a:gd name="connsiteX0" fmla="*/ 0 w 10312399"/>
              <a:gd name="connsiteY0" fmla="*/ 0 h 5297545"/>
              <a:gd name="connsiteX1" fmla="*/ 10312399 w 10312399"/>
              <a:gd name="connsiteY1" fmla="*/ 0 h 5297545"/>
              <a:gd name="connsiteX2" fmla="*/ 10312399 w 10312399"/>
              <a:gd name="connsiteY2" fmla="*/ 5297545 h 5297545"/>
              <a:gd name="connsiteX3" fmla="*/ 0 w 10312399"/>
              <a:gd name="connsiteY3" fmla="*/ 5297545 h 529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2399" h="5297545">
                <a:moveTo>
                  <a:pt x="0" y="0"/>
                </a:moveTo>
                <a:lnTo>
                  <a:pt x="10312399" y="0"/>
                </a:lnTo>
                <a:lnTo>
                  <a:pt x="10312399" y="5297545"/>
                </a:lnTo>
                <a:lnTo>
                  <a:pt x="0" y="52975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3" name="Freeform 9"/>
          <p:cNvSpPr/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en-ID" sz="1350"/>
          </a:p>
        </p:txBody>
      </p:sp>
      <p:sp>
        <p:nvSpPr>
          <p:cNvPr id="5" name="Freeform 5"/>
          <p:cNvSpPr/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30119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xmlns="" id="{CD280599-46A9-4237-9267-D6DF07940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04195" y="616999"/>
            <a:ext cx="8583613" cy="7511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50" b="1">
                <a:latin typeface="+mj-lt"/>
              </a:defRPr>
            </a:lvl1pPr>
          </a:lstStyle>
          <a:p>
            <a:pPr lvl="0"/>
            <a:r>
              <a:rPr lang="en-US"/>
              <a:t>Creative Title Here</a:t>
            </a:r>
            <a:endParaRPr lang="en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2FF04709-C267-4981-96B3-822E20073771}"/>
              </a:ext>
            </a:extLst>
          </p:cNvPr>
          <p:cNvGrpSpPr/>
          <p:nvPr userDrawn="1"/>
        </p:nvGrpSpPr>
        <p:grpSpPr>
          <a:xfrm>
            <a:off x="11439605" y="6193014"/>
            <a:ext cx="337831" cy="252092"/>
            <a:chOff x="10398126" y="1176337"/>
            <a:chExt cx="2824162" cy="2809876"/>
          </a:xfrm>
          <a:gradFill>
            <a:gsLst>
              <a:gs pos="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3000000" scaled="0"/>
          </a:gra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xmlns="" id="{BD3E97E2-8FB1-49BE-AB76-1E519F87C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7738" y="1671638"/>
              <a:ext cx="1403350" cy="1819275"/>
            </a:xfrm>
            <a:custGeom>
              <a:avLst/>
              <a:gdLst>
                <a:gd name="T0" fmla="*/ 668 w 725"/>
                <a:gd name="T1" fmla="*/ 563 h 945"/>
                <a:gd name="T2" fmla="*/ 395 w 725"/>
                <a:gd name="T3" fmla="*/ 836 h 945"/>
                <a:gd name="T4" fmla="*/ 395 w 725"/>
                <a:gd name="T5" fmla="*/ 32 h 945"/>
                <a:gd name="T6" fmla="*/ 363 w 725"/>
                <a:gd name="T7" fmla="*/ 0 h 945"/>
                <a:gd name="T8" fmla="*/ 331 w 725"/>
                <a:gd name="T9" fmla="*/ 32 h 945"/>
                <a:gd name="T10" fmla="*/ 331 w 725"/>
                <a:gd name="T11" fmla="*/ 836 h 945"/>
                <a:gd name="T12" fmla="*/ 58 w 725"/>
                <a:gd name="T13" fmla="*/ 563 h 945"/>
                <a:gd name="T14" fmla="*/ 35 w 725"/>
                <a:gd name="T15" fmla="*/ 554 h 945"/>
                <a:gd name="T16" fmla="*/ 13 w 725"/>
                <a:gd name="T17" fmla="*/ 563 h 945"/>
                <a:gd name="T18" fmla="*/ 13 w 725"/>
                <a:gd name="T19" fmla="*/ 608 h 945"/>
                <a:gd name="T20" fmla="*/ 340 w 725"/>
                <a:gd name="T21" fmla="*/ 936 h 945"/>
                <a:gd name="T22" fmla="*/ 345 w 725"/>
                <a:gd name="T23" fmla="*/ 940 h 945"/>
                <a:gd name="T24" fmla="*/ 345 w 725"/>
                <a:gd name="T25" fmla="*/ 940 h 945"/>
                <a:gd name="T26" fmla="*/ 348 w 725"/>
                <a:gd name="T27" fmla="*/ 941 h 945"/>
                <a:gd name="T28" fmla="*/ 351 w 725"/>
                <a:gd name="T29" fmla="*/ 943 h 945"/>
                <a:gd name="T30" fmla="*/ 354 w 725"/>
                <a:gd name="T31" fmla="*/ 944 h 945"/>
                <a:gd name="T32" fmla="*/ 357 w 725"/>
                <a:gd name="T33" fmla="*/ 944 h 945"/>
                <a:gd name="T34" fmla="*/ 363 w 725"/>
                <a:gd name="T35" fmla="*/ 945 h 945"/>
                <a:gd name="T36" fmla="*/ 369 w 725"/>
                <a:gd name="T37" fmla="*/ 944 h 945"/>
                <a:gd name="T38" fmla="*/ 372 w 725"/>
                <a:gd name="T39" fmla="*/ 944 h 945"/>
                <a:gd name="T40" fmla="*/ 375 w 725"/>
                <a:gd name="T41" fmla="*/ 943 h 945"/>
                <a:gd name="T42" fmla="*/ 378 w 725"/>
                <a:gd name="T43" fmla="*/ 941 h 945"/>
                <a:gd name="T44" fmla="*/ 381 w 725"/>
                <a:gd name="T45" fmla="*/ 940 h 945"/>
                <a:gd name="T46" fmla="*/ 386 w 725"/>
                <a:gd name="T47" fmla="*/ 936 h 945"/>
                <a:gd name="T48" fmla="*/ 713 w 725"/>
                <a:gd name="T49" fmla="*/ 608 h 945"/>
                <a:gd name="T50" fmla="*/ 713 w 725"/>
                <a:gd name="T51" fmla="*/ 563 h 945"/>
                <a:gd name="T52" fmla="*/ 668 w 725"/>
                <a:gd name="T53" fmla="*/ 563 h 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25" h="945">
                  <a:moveTo>
                    <a:pt x="668" y="563"/>
                  </a:moveTo>
                  <a:cubicBezTo>
                    <a:pt x="395" y="836"/>
                    <a:pt x="395" y="836"/>
                    <a:pt x="395" y="836"/>
                  </a:cubicBezTo>
                  <a:cubicBezTo>
                    <a:pt x="395" y="32"/>
                    <a:pt x="395" y="32"/>
                    <a:pt x="395" y="32"/>
                  </a:cubicBezTo>
                  <a:cubicBezTo>
                    <a:pt x="395" y="15"/>
                    <a:pt x="381" y="0"/>
                    <a:pt x="363" y="0"/>
                  </a:cubicBezTo>
                  <a:cubicBezTo>
                    <a:pt x="345" y="0"/>
                    <a:pt x="331" y="15"/>
                    <a:pt x="331" y="32"/>
                  </a:cubicBezTo>
                  <a:cubicBezTo>
                    <a:pt x="331" y="836"/>
                    <a:pt x="331" y="836"/>
                    <a:pt x="331" y="836"/>
                  </a:cubicBezTo>
                  <a:cubicBezTo>
                    <a:pt x="58" y="563"/>
                    <a:pt x="58" y="563"/>
                    <a:pt x="58" y="563"/>
                  </a:cubicBezTo>
                  <a:cubicBezTo>
                    <a:pt x="52" y="557"/>
                    <a:pt x="44" y="554"/>
                    <a:pt x="35" y="554"/>
                  </a:cubicBezTo>
                  <a:cubicBezTo>
                    <a:pt x="27" y="554"/>
                    <a:pt x="19" y="557"/>
                    <a:pt x="13" y="563"/>
                  </a:cubicBezTo>
                  <a:cubicBezTo>
                    <a:pt x="0" y="575"/>
                    <a:pt x="0" y="596"/>
                    <a:pt x="13" y="608"/>
                  </a:cubicBezTo>
                  <a:cubicBezTo>
                    <a:pt x="340" y="936"/>
                    <a:pt x="340" y="936"/>
                    <a:pt x="340" y="936"/>
                  </a:cubicBezTo>
                  <a:cubicBezTo>
                    <a:pt x="342" y="937"/>
                    <a:pt x="343" y="938"/>
                    <a:pt x="345" y="940"/>
                  </a:cubicBezTo>
                  <a:cubicBezTo>
                    <a:pt x="345" y="940"/>
                    <a:pt x="345" y="940"/>
                    <a:pt x="345" y="940"/>
                  </a:cubicBezTo>
                  <a:cubicBezTo>
                    <a:pt x="346" y="940"/>
                    <a:pt x="347" y="941"/>
                    <a:pt x="348" y="941"/>
                  </a:cubicBezTo>
                  <a:cubicBezTo>
                    <a:pt x="349" y="942"/>
                    <a:pt x="350" y="942"/>
                    <a:pt x="351" y="943"/>
                  </a:cubicBezTo>
                  <a:cubicBezTo>
                    <a:pt x="352" y="943"/>
                    <a:pt x="353" y="943"/>
                    <a:pt x="354" y="944"/>
                  </a:cubicBezTo>
                  <a:cubicBezTo>
                    <a:pt x="355" y="944"/>
                    <a:pt x="356" y="944"/>
                    <a:pt x="357" y="944"/>
                  </a:cubicBezTo>
                  <a:cubicBezTo>
                    <a:pt x="359" y="945"/>
                    <a:pt x="361" y="945"/>
                    <a:pt x="363" y="945"/>
                  </a:cubicBezTo>
                  <a:cubicBezTo>
                    <a:pt x="365" y="945"/>
                    <a:pt x="367" y="945"/>
                    <a:pt x="369" y="944"/>
                  </a:cubicBezTo>
                  <a:cubicBezTo>
                    <a:pt x="370" y="944"/>
                    <a:pt x="371" y="944"/>
                    <a:pt x="372" y="944"/>
                  </a:cubicBezTo>
                  <a:cubicBezTo>
                    <a:pt x="373" y="943"/>
                    <a:pt x="374" y="943"/>
                    <a:pt x="375" y="943"/>
                  </a:cubicBezTo>
                  <a:cubicBezTo>
                    <a:pt x="376" y="942"/>
                    <a:pt x="377" y="942"/>
                    <a:pt x="378" y="941"/>
                  </a:cubicBezTo>
                  <a:cubicBezTo>
                    <a:pt x="379" y="941"/>
                    <a:pt x="380" y="940"/>
                    <a:pt x="381" y="940"/>
                  </a:cubicBezTo>
                  <a:cubicBezTo>
                    <a:pt x="382" y="938"/>
                    <a:pt x="384" y="937"/>
                    <a:pt x="386" y="936"/>
                  </a:cubicBezTo>
                  <a:cubicBezTo>
                    <a:pt x="713" y="608"/>
                    <a:pt x="713" y="608"/>
                    <a:pt x="713" y="608"/>
                  </a:cubicBezTo>
                  <a:cubicBezTo>
                    <a:pt x="725" y="596"/>
                    <a:pt x="725" y="575"/>
                    <a:pt x="713" y="563"/>
                  </a:cubicBezTo>
                  <a:cubicBezTo>
                    <a:pt x="700" y="551"/>
                    <a:pt x="680" y="551"/>
                    <a:pt x="668" y="5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sz="180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5AE86C3E-FE07-4196-ABEA-E6BC29DEF5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98126" y="1176337"/>
              <a:ext cx="2824162" cy="2809876"/>
            </a:xfrm>
            <a:custGeom>
              <a:avLst/>
              <a:gdLst>
                <a:gd name="T0" fmla="*/ 730 w 1460"/>
                <a:gd name="T1" fmla="*/ 0 h 1459"/>
                <a:gd name="T2" fmla="*/ 0 w 1460"/>
                <a:gd name="T3" fmla="*/ 730 h 1459"/>
                <a:gd name="T4" fmla="*/ 730 w 1460"/>
                <a:gd name="T5" fmla="*/ 1459 h 1459"/>
                <a:gd name="T6" fmla="*/ 1460 w 1460"/>
                <a:gd name="T7" fmla="*/ 730 h 1459"/>
                <a:gd name="T8" fmla="*/ 730 w 1460"/>
                <a:gd name="T9" fmla="*/ 0 h 1459"/>
                <a:gd name="T10" fmla="*/ 730 w 1460"/>
                <a:gd name="T11" fmla="*/ 1395 h 1459"/>
                <a:gd name="T12" fmla="*/ 64 w 1460"/>
                <a:gd name="T13" fmla="*/ 730 h 1459"/>
                <a:gd name="T14" fmla="*/ 730 w 1460"/>
                <a:gd name="T15" fmla="*/ 64 h 1459"/>
                <a:gd name="T16" fmla="*/ 1396 w 1460"/>
                <a:gd name="T17" fmla="*/ 730 h 1459"/>
                <a:gd name="T18" fmla="*/ 730 w 1460"/>
                <a:gd name="T19" fmla="*/ 1395 h 1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60" h="1459">
                  <a:moveTo>
                    <a:pt x="730" y="0"/>
                  </a:moveTo>
                  <a:cubicBezTo>
                    <a:pt x="328" y="0"/>
                    <a:pt x="0" y="327"/>
                    <a:pt x="0" y="730"/>
                  </a:cubicBezTo>
                  <a:cubicBezTo>
                    <a:pt x="0" y="1132"/>
                    <a:pt x="328" y="1459"/>
                    <a:pt x="730" y="1459"/>
                  </a:cubicBezTo>
                  <a:cubicBezTo>
                    <a:pt x="1132" y="1459"/>
                    <a:pt x="1460" y="1132"/>
                    <a:pt x="1460" y="730"/>
                  </a:cubicBezTo>
                  <a:cubicBezTo>
                    <a:pt x="1460" y="327"/>
                    <a:pt x="1132" y="0"/>
                    <a:pt x="730" y="0"/>
                  </a:cubicBezTo>
                  <a:close/>
                  <a:moveTo>
                    <a:pt x="730" y="1395"/>
                  </a:moveTo>
                  <a:cubicBezTo>
                    <a:pt x="363" y="1395"/>
                    <a:pt x="64" y="1097"/>
                    <a:pt x="64" y="730"/>
                  </a:cubicBezTo>
                  <a:cubicBezTo>
                    <a:pt x="64" y="363"/>
                    <a:pt x="363" y="64"/>
                    <a:pt x="730" y="64"/>
                  </a:cubicBezTo>
                  <a:cubicBezTo>
                    <a:pt x="1097" y="64"/>
                    <a:pt x="1396" y="363"/>
                    <a:pt x="1396" y="730"/>
                  </a:cubicBezTo>
                  <a:cubicBezTo>
                    <a:pt x="1396" y="1097"/>
                    <a:pt x="1097" y="1395"/>
                    <a:pt x="730" y="13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sz="1800"/>
            </a:p>
          </p:txBody>
        </p:sp>
      </p:grpSp>
      <p:sp>
        <p:nvSpPr>
          <p:cNvPr id="7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201001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EDCD6B2C-266A-4B3D-AF00-7DFAFC04F3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90066"/>
            <a:ext cx="12192000" cy="5249477"/>
          </a:xfrm>
          <a:custGeom>
            <a:avLst/>
            <a:gdLst>
              <a:gd name="connsiteX0" fmla="*/ 0 w 12192000"/>
              <a:gd name="connsiteY0" fmla="*/ 0 h 5597820"/>
              <a:gd name="connsiteX1" fmla="*/ 12192000 w 12192000"/>
              <a:gd name="connsiteY1" fmla="*/ 0 h 5597820"/>
              <a:gd name="connsiteX2" fmla="*/ 12192000 w 12192000"/>
              <a:gd name="connsiteY2" fmla="*/ 5597820 h 5597820"/>
              <a:gd name="connsiteX3" fmla="*/ 0 w 12192000"/>
              <a:gd name="connsiteY3" fmla="*/ 5597820 h 559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97820">
                <a:moveTo>
                  <a:pt x="0" y="0"/>
                </a:moveTo>
                <a:lnTo>
                  <a:pt x="12192000" y="0"/>
                </a:lnTo>
                <a:lnTo>
                  <a:pt x="12192000" y="5597820"/>
                </a:lnTo>
                <a:lnTo>
                  <a:pt x="0" y="55978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xmlns="" id="{926743FF-BE21-45DA-AEF1-92B6A4FF3772}"/>
              </a:ext>
            </a:extLst>
          </p:cNvPr>
          <p:cNvSpPr>
            <a:spLocks/>
          </p:cNvSpPr>
          <p:nvPr userDrawn="1"/>
        </p:nvSpPr>
        <p:spPr bwMode="auto">
          <a:xfrm>
            <a:off x="9525141" y="6289385"/>
            <a:ext cx="1926569" cy="568615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INPro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7479F85-72AD-484D-89B9-53DC45E3C7B6}"/>
              </a:ext>
            </a:extLst>
          </p:cNvPr>
          <p:cNvSpPr>
            <a:spLocks/>
          </p:cNvSpPr>
          <p:nvPr userDrawn="1"/>
        </p:nvSpPr>
        <p:spPr bwMode="auto">
          <a:xfrm>
            <a:off x="762141" y="0"/>
            <a:ext cx="1521379" cy="568616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IN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90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2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40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686DDB4-A01C-427F-9A71-8A04D714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9D2F1-5D56-4141-8CEC-7F383BB2DE15}" type="datetime1">
              <a:rPr lang="en-US" altLang="en-US"/>
              <a:pPr>
                <a:defRPr/>
              </a:pPr>
              <a:t>5/5/2026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2D1B40D-9915-4353-91C7-E26DF8C9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AB388AD-C824-4D28-AD09-F541D544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3293D-E5DD-4573-AFA0-715BC0814CCA}" type="slidenum">
              <a:rPr lang="en-US" altLang="en-US"/>
              <a:pPr/>
              <a:t>‹#›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51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985E041-D2D2-44DD-B7D1-B0D5FEDE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166449D-2530-42C0-B7F1-C687F1CF6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E1CD94-E68E-47AF-A595-62A04F99C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INPro" panose="020B0504020101020102" pitchFamily="34" charset="0"/>
              </a:defRPr>
            </a:lvl1pPr>
          </a:lstStyle>
          <a:p>
            <a:fld id="{5E90BB3F-FBC1-4BBB-B7E3-4237379680E8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E5B402-217F-4DEB-B826-5DD0D5DF3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INPro" panose="020B0504020101020102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C017F87-2321-4510-B2EA-B7526E890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INPro" panose="020B0504020101020102" pitchFamily="34" charset="0"/>
              </a:defRPr>
            </a:lvl1pPr>
          </a:lstStyle>
          <a:p>
            <a:fld id="{66B88CF2-E3C2-4539-86A9-6660C67E64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5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5" r:id="rId22"/>
    <p:sldLayoutId id="2147483696" r:id="rId23"/>
    <p:sldLayoutId id="2147483697" r:id="rId24"/>
    <p:sldLayoutId id="2147483699" r:id="rId25"/>
    <p:sldLayoutId id="2147483700" r:id="rId26"/>
    <p:sldLayoutId id="2147483701" r:id="rId2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INPro-Light" panose="020B0504020101010102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INPro" panose="020B0504020101020102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INPro" panose="020B0504020101020102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INPro" panose="020B0504020101020102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Pro" panose="020B0504020101020102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Pro" panose="020B0504020101020102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85AEDEF-797F-E769-CD05-5B429E814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05273" y="0"/>
            <a:ext cx="8127825" cy="78836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rgbClr val="006600"/>
                </a:solidFill>
                <a:latin typeface="Aptos" panose="020B0004020202020204" pitchFamily="34" charset="0"/>
                <a:ea typeface="Calibri"/>
                <a:cs typeface="Calibri"/>
              </a:rPr>
              <a:t>Quality Lab Equipment Calibration &amp; Integration Details</a:t>
            </a:r>
            <a:endParaRPr lang="en-US" sz="2400" b="0" dirty="0">
              <a:latin typeface="Aptos" panose="020B0004020202020204" pitchFamily="34" charset="0"/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6C8E916-37EF-E734-02D9-7DA3E6DB7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107784"/>
              </p:ext>
            </p:extLst>
          </p:nvPr>
        </p:nvGraphicFramePr>
        <p:xfrm>
          <a:off x="250303" y="772186"/>
          <a:ext cx="11863708" cy="55708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1001">
                  <a:extLst>
                    <a:ext uri="{9D8B030D-6E8A-4147-A177-3AD203B41FA5}">
                      <a16:colId xmlns:a16="http://schemas.microsoft.com/office/drawing/2014/main" xmlns="" val="1605679215"/>
                    </a:ext>
                  </a:extLst>
                </a:gridCol>
                <a:gridCol w="2506576">
                  <a:extLst>
                    <a:ext uri="{9D8B030D-6E8A-4147-A177-3AD203B41FA5}">
                      <a16:colId xmlns:a16="http://schemas.microsoft.com/office/drawing/2014/main" xmlns="" val="2378032106"/>
                    </a:ext>
                  </a:extLst>
                </a:gridCol>
                <a:gridCol w="2268664">
                  <a:extLst>
                    <a:ext uri="{9D8B030D-6E8A-4147-A177-3AD203B41FA5}">
                      <a16:colId xmlns:a16="http://schemas.microsoft.com/office/drawing/2014/main" xmlns="" val="4142441079"/>
                    </a:ext>
                  </a:extLst>
                </a:gridCol>
                <a:gridCol w="596399">
                  <a:extLst>
                    <a:ext uri="{9D8B030D-6E8A-4147-A177-3AD203B41FA5}">
                      <a16:colId xmlns:a16="http://schemas.microsoft.com/office/drawing/2014/main" xmlns="" val="2716860616"/>
                    </a:ext>
                  </a:extLst>
                </a:gridCol>
                <a:gridCol w="1140180">
                  <a:extLst>
                    <a:ext uri="{9D8B030D-6E8A-4147-A177-3AD203B41FA5}">
                      <a16:colId xmlns:a16="http://schemas.microsoft.com/office/drawing/2014/main" xmlns="" val="1261033706"/>
                    </a:ext>
                  </a:extLst>
                </a:gridCol>
                <a:gridCol w="1245424">
                  <a:extLst>
                    <a:ext uri="{9D8B030D-6E8A-4147-A177-3AD203B41FA5}">
                      <a16:colId xmlns:a16="http://schemas.microsoft.com/office/drawing/2014/main" xmlns="" val="4234466330"/>
                    </a:ext>
                  </a:extLst>
                </a:gridCol>
                <a:gridCol w="1052477">
                  <a:extLst>
                    <a:ext uri="{9D8B030D-6E8A-4147-A177-3AD203B41FA5}">
                      <a16:colId xmlns:a16="http://schemas.microsoft.com/office/drawing/2014/main" xmlns="" val="3132601626"/>
                    </a:ext>
                  </a:extLst>
                </a:gridCol>
                <a:gridCol w="1210346">
                  <a:extLst>
                    <a:ext uri="{9D8B030D-6E8A-4147-A177-3AD203B41FA5}">
                      <a16:colId xmlns:a16="http://schemas.microsoft.com/office/drawing/2014/main" xmlns="" val="3395523152"/>
                    </a:ext>
                  </a:extLst>
                </a:gridCol>
                <a:gridCol w="1122641">
                  <a:extLst>
                    <a:ext uri="{9D8B030D-6E8A-4147-A177-3AD203B41FA5}">
                      <a16:colId xmlns:a16="http://schemas.microsoft.com/office/drawing/2014/main" xmlns="" val="2159998707"/>
                    </a:ext>
                  </a:extLst>
                </a:gridCol>
              </a:tblGrid>
              <a:tr h="56110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 err="1">
                          <a:effectLst/>
                          <a:latin typeface="Aptos" panose="020B0004020202020204" pitchFamily="34" charset="0"/>
                        </a:rPr>
                        <a:t>Sr.No</a:t>
                      </a: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.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Name of Equipment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Use / Purpose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Qty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Last Date of calibration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Due Date of Calibration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Calibrated by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Aptos"/>
                        </a:rPr>
                        <a:t>Integration with SAP Yes/No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Integration Possible Yes/No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3762927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Mechanical crusher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crushing the raw material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100" dirty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651652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Pulp Centrifuge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heavy particles separation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121128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Dust/Chips Classifier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classify the raw material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3985244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Balance1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085941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Balance2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456772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Balance3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995383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air Oven1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drying purposes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190649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air Oven2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drying purposes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077480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Autoclave digester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cooking of the raw material 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9763059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PFI Mill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increase the freeness of the pulp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SEMI AUTOMATED SHEET FORMER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made hand sheets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SHEET FORMER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made hand sheets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PULP DISINTEGRATOR1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mixing the high consistency pulp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PULP DISINTEGRATOR2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mixing the high consistency pulp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BALANCE 200 gm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FREENESS TESTER1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freeness of pulp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FREENESS TESTER2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freeness of pulp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RAPID SHEET DRYER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sheet drying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SHEET DRYER1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sheet drying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SHEET DRYER2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sheet drying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sheet press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sheet Pressing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1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WATER BATH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Heating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purpose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AIR OVEN (DOUBLE DOOR)1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drying purposes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85AEDEF-797F-E769-CD05-5B429E814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05273" y="0"/>
            <a:ext cx="8127825" cy="78836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rgbClr val="006600"/>
                </a:solidFill>
                <a:latin typeface="Aptos" panose="020B0004020202020204" pitchFamily="34" charset="0"/>
                <a:ea typeface="Calibri"/>
                <a:cs typeface="Calibri"/>
              </a:rPr>
              <a:t>Quality Lab Equipment Calibration &amp; Integration Details</a:t>
            </a:r>
            <a:endParaRPr lang="en-US" sz="2400" b="0" dirty="0">
              <a:latin typeface="Aptos" panose="020B0004020202020204" pitchFamily="34" charset="0"/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6C8E916-37EF-E734-02D9-7DA3E6DB7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472065"/>
              </p:ext>
            </p:extLst>
          </p:nvPr>
        </p:nvGraphicFramePr>
        <p:xfrm>
          <a:off x="250303" y="772186"/>
          <a:ext cx="11699999" cy="57261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1001">
                  <a:extLst>
                    <a:ext uri="{9D8B030D-6E8A-4147-A177-3AD203B41FA5}">
                      <a16:colId xmlns:a16="http://schemas.microsoft.com/office/drawing/2014/main" xmlns="" val="1605679215"/>
                    </a:ext>
                  </a:extLst>
                </a:gridCol>
                <a:gridCol w="2506576">
                  <a:extLst>
                    <a:ext uri="{9D8B030D-6E8A-4147-A177-3AD203B41FA5}">
                      <a16:colId xmlns:a16="http://schemas.microsoft.com/office/drawing/2014/main" xmlns="" val="2378032106"/>
                    </a:ext>
                  </a:extLst>
                </a:gridCol>
                <a:gridCol w="2104955">
                  <a:extLst>
                    <a:ext uri="{9D8B030D-6E8A-4147-A177-3AD203B41FA5}">
                      <a16:colId xmlns:a16="http://schemas.microsoft.com/office/drawing/2014/main" xmlns="" val="4142441079"/>
                    </a:ext>
                  </a:extLst>
                </a:gridCol>
                <a:gridCol w="596399">
                  <a:extLst>
                    <a:ext uri="{9D8B030D-6E8A-4147-A177-3AD203B41FA5}">
                      <a16:colId xmlns:a16="http://schemas.microsoft.com/office/drawing/2014/main" xmlns="" val="2716860616"/>
                    </a:ext>
                  </a:extLst>
                </a:gridCol>
                <a:gridCol w="1140180">
                  <a:extLst>
                    <a:ext uri="{9D8B030D-6E8A-4147-A177-3AD203B41FA5}">
                      <a16:colId xmlns:a16="http://schemas.microsoft.com/office/drawing/2014/main" xmlns="" val="1261033706"/>
                    </a:ext>
                  </a:extLst>
                </a:gridCol>
                <a:gridCol w="1245424">
                  <a:extLst>
                    <a:ext uri="{9D8B030D-6E8A-4147-A177-3AD203B41FA5}">
                      <a16:colId xmlns:a16="http://schemas.microsoft.com/office/drawing/2014/main" xmlns="" val="4234466330"/>
                    </a:ext>
                  </a:extLst>
                </a:gridCol>
                <a:gridCol w="1052477">
                  <a:extLst>
                    <a:ext uri="{9D8B030D-6E8A-4147-A177-3AD203B41FA5}">
                      <a16:colId xmlns:a16="http://schemas.microsoft.com/office/drawing/2014/main" xmlns="" val="3132601626"/>
                    </a:ext>
                  </a:extLst>
                </a:gridCol>
                <a:gridCol w="1210346">
                  <a:extLst>
                    <a:ext uri="{9D8B030D-6E8A-4147-A177-3AD203B41FA5}">
                      <a16:colId xmlns:a16="http://schemas.microsoft.com/office/drawing/2014/main" xmlns="" val="3395523152"/>
                    </a:ext>
                  </a:extLst>
                </a:gridCol>
                <a:gridCol w="1122641">
                  <a:extLst>
                    <a:ext uri="{9D8B030D-6E8A-4147-A177-3AD203B41FA5}">
                      <a16:colId xmlns:a16="http://schemas.microsoft.com/office/drawing/2014/main" xmlns="" val="2159998707"/>
                    </a:ext>
                  </a:extLst>
                </a:gridCol>
              </a:tblGrid>
              <a:tr h="507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 err="1">
                          <a:effectLst/>
                          <a:latin typeface="Aptos" panose="020B0004020202020204" pitchFamily="34" charset="0"/>
                        </a:rPr>
                        <a:t>Sr.No</a:t>
                      </a: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.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Name of Equipment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Use / Purpose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Qty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Last Date of calibration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Due Date of Calibration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Calibrated by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Aptos"/>
                        </a:rPr>
                        <a:t>Integration with SAP Yes/No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Integration Possible Yes/No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3762927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AIR OVEN (DOUBLE DOOR)2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drying purposes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651652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Universal BRIGHTNESS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brightness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121128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FIBRE CLASSIFIER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classification of fibers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3985244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MUFFLE FURNACE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igniting the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085941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 METER1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pH of the sol.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995383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TDS meter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TDS 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190649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AGITATOR 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for mixing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077480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AGITATOR 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for mixing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AGITATOR3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for mixing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AGITATOR4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for mixing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VACUUM PUMP1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vacuum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VACUUM PUMP2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vacuum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VACUUM PUMP3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vacuum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MAGNETIC STIRRER1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mixing pulp with CED sol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MAGNETIC STIRRER2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mixing pulp with CED sol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plate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heating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Core Crush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Crushing strength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Bursting tester (Carton)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the bursting strength 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Abrassion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Tester1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the abrasion of filler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Water bath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Heating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Folding Endurance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the folding endurance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1"/>
                  </a:ext>
                </a:extLst>
              </a:tr>
              <a:tr h="1997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SPS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porosity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Brightness Tester-Konika Minolta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brightness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KONIKA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85AEDEF-797F-E769-CD05-5B429E814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05273" y="0"/>
            <a:ext cx="8127825" cy="78836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rgbClr val="006600"/>
                </a:solidFill>
                <a:latin typeface="Aptos" panose="020B0004020202020204" pitchFamily="34" charset="0"/>
                <a:ea typeface="Calibri"/>
                <a:cs typeface="Calibri"/>
              </a:rPr>
              <a:t>Quality Lab Equipment Calibration &amp; Integration Details</a:t>
            </a:r>
            <a:endParaRPr lang="en-US" sz="2400" b="0" dirty="0">
              <a:latin typeface="Aptos" panose="020B0004020202020204" pitchFamily="34" charset="0"/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6C8E916-37EF-E734-02D9-7DA3E6DB7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604038"/>
              </p:ext>
            </p:extLst>
          </p:nvPr>
        </p:nvGraphicFramePr>
        <p:xfrm>
          <a:off x="250303" y="772186"/>
          <a:ext cx="11699999" cy="54804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1001">
                  <a:extLst>
                    <a:ext uri="{9D8B030D-6E8A-4147-A177-3AD203B41FA5}">
                      <a16:colId xmlns:a16="http://schemas.microsoft.com/office/drawing/2014/main" xmlns="" val="1605679215"/>
                    </a:ext>
                  </a:extLst>
                </a:gridCol>
                <a:gridCol w="2506576">
                  <a:extLst>
                    <a:ext uri="{9D8B030D-6E8A-4147-A177-3AD203B41FA5}">
                      <a16:colId xmlns:a16="http://schemas.microsoft.com/office/drawing/2014/main" xmlns="" val="2378032106"/>
                    </a:ext>
                  </a:extLst>
                </a:gridCol>
                <a:gridCol w="2104955">
                  <a:extLst>
                    <a:ext uri="{9D8B030D-6E8A-4147-A177-3AD203B41FA5}">
                      <a16:colId xmlns:a16="http://schemas.microsoft.com/office/drawing/2014/main" xmlns="" val="4142441079"/>
                    </a:ext>
                  </a:extLst>
                </a:gridCol>
                <a:gridCol w="596399">
                  <a:extLst>
                    <a:ext uri="{9D8B030D-6E8A-4147-A177-3AD203B41FA5}">
                      <a16:colId xmlns:a16="http://schemas.microsoft.com/office/drawing/2014/main" xmlns="" val="2716860616"/>
                    </a:ext>
                  </a:extLst>
                </a:gridCol>
                <a:gridCol w="1140180">
                  <a:extLst>
                    <a:ext uri="{9D8B030D-6E8A-4147-A177-3AD203B41FA5}">
                      <a16:colId xmlns:a16="http://schemas.microsoft.com/office/drawing/2014/main" xmlns="" val="1261033706"/>
                    </a:ext>
                  </a:extLst>
                </a:gridCol>
                <a:gridCol w="1245424">
                  <a:extLst>
                    <a:ext uri="{9D8B030D-6E8A-4147-A177-3AD203B41FA5}">
                      <a16:colId xmlns:a16="http://schemas.microsoft.com/office/drawing/2014/main" xmlns="" val="4234466330"/>
                    </a:ext>
                  </a:extLst>
                </a:gridCol>
                <a:gridCol w="1052477">
                  <a:extLst>
                    <a:ext uri="{9D8B030D-6E8A-4147-A177-3AD203B41FA5}">
                      <a16:colId xmlns:a16="http://schemas.microsoft.com/office/drawing/2014/main" xmlns="" val="3132601626"/>
                    </a:ext>
                  </a:extLst>
                </a:gridCol>
                <a:gridCol w="1210346">
                  <a:extLst>
                    <a:ext uri="{9D8B030D-6E8A-4147-A177-3AD203B41FA5}">
                      <a16:colId xmlns:a16="http://schemas.microsoft.com/office/drawing/2014/main" xmlns="" val="3395523152"/>
                    </a:ext>
                  </a:extLst>
                </a:gridCol>
                <a:gridCol w="1122641">
                  <a:extLst>
                    <a:ext uri="{9D8B030D-6E8A-4147-A177-3AD203B41FA5}">
                      <a16:colId xmlns:a16="http://schemas.microsoft.com/office/drawing/2014/main" xmlns="" val="2159998707"/>
                    </a:ext>
                  </a:extLst>
                </a:gridCol>
              </a:tblGrid>
              <a:tr h="507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 err="1">
                          <a:effectLst/>
                          <a:latin typeface="Aptos" panose="020B0004020202020204" pitchFamily="34" charset="0"/>
                        </a:rPr>
                        <a:t>Sr.No</a:t>
                      </a: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.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Name of Equipment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Use / Purpose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Qty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Last Date of calibration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Due Date of Calibration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Calibrated by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Aptos"/>
                        </a:rPr>
                        <a:t>Integration with SAP Yes/No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Integration Possible Yes/No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3762927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Muffle Furnace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igniting the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651652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Bendtsen Smoothness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the smoothness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121128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Cobb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the cobb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3985244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Tensile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tensile properties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085941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Tensile Strip Cutter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cut strips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995383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Thickness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the thickness 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190649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Tear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tearing strength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077480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Valley beater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beating the pulp sample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Balance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Fluff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the fluff content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UV Lamp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match shade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9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Plate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Heating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Purpose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L&amp;W Tear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tearing strength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ABB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L&amp;W Bending ( Stiffness)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stiffness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ABB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L&amp;W Brightness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optical properties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ABB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L&amp;W Smoothness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smoothness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ABB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Brookfield Viscosity Meter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viscosity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Air Oven1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dry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Air Oven2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dry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85AEDEF-797F-E769-CD05-5B429E814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05273" y="0"/>
            <a:ext cx="8127825" cy="78836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rgbClr val="006600"/>
                </a:solidFill>
                <a:latin typeface="Aptos" panose="020B0004020202020204" pitchFamily="34" charset="0"/>
                <a:ea typeface="Calibri"/>
                <a:cs typeface="Calibri"/>
              </a:rPr>
              <a:t>Quality Lab Equipment Calibration &amp; Integration Details</a:t>
            </a:r>
            <a:endParaRPr lang="en-US" sz="2400" b="0" dirty="0">
              <a:latin typeface="Aptos" panose="020B0004020202020204" pitchFamily="34" charset="0"/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6C8E916-37EF-E734-02D9-7DA3E6DB7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076387"/>
              </p:ext>
            </p:extLst>
          </p:nvPr>
        </p:nvGraphicFramePr>
        <p:xfrm>
          <a:off x="250303" y="772186"/>
          <a:ext cx="11699999" cy="57713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1001">
                  <a:extLst>
                    <a:ext uri="{9D8B030D-6E8A-4147-A177-3AD203B41FA5}">
                      <a16:colId xmlns:a16="http://schemas.microsoft.com/office/drawing/2014/main" xmlns="" val="1605679215"/>
                    </a:ext>
                  </a:extLst>
                </a:gridCol>
                <a:gridCol w="2506576">
                  <a:extLst>
                    <a:ext uri="{9D8B030D-6E8A-4147-A177-3AD203B41FA5}">
                      <a16:colId xmlns:a16="http://schemas.microsoft.com/office/drawing/2014/main" xmlns="" val="2378032106"/>
                    </a:ext>
                  </a:extLst>
                </a:gridCol>
                <a:gridCol w="2104955">
                  <a:extLst>
                    <a:ext uri="{9D8B030D-6E8A-4147-A177-3AD203B41FA5}">
                      <a16:colId xmlns:a16="http://schemas.microsoft.com/office/drawing/2014/main" xmlns="" val="4142441079"/>
                    </a:ext>
                  </a:extLst>
                </a:gridCol>
                <a:gridCol w="596399">
                  <a:extLst>
                    <a:ext uri="{9D8B030D-6E8A-4147-A177-3AD203B41FA5}">
                      <a16:colId xmlns:a16="http://schemas.microsoft.com/office/drawing/2014/main" xmlns="" val="2716860616"/>
                    </a:ext>
                  </a:extLst>
                </a:gridCol>
                <a:gridCol w="1140180">
                  <a:extLst>
                    <a:ext uri="{9D8B030D-6E8A-4147-A177-3AD203B41FA5}">
                      <a16:colId xmlns:a16="http://schemas.microsoft.com/office/drawing/2014/main" xmlns="" val="1261033706"/>
                    </a:ext>
                  </a:extLst>
                </a:gridCol>
                <a:gridCol w="1245424">
                  <a:extLst>
                    <a:ext uri="{9D8B030D-6E8A-4147-A177-3AD203B41FA5}">
                      <a16:colId xmlns:a16="http://schemas.microsoft.com/office/drawing/2014/main" xmlns="" val="4234466330"/>
                    </a:ext>
                  </a:extLst>
                </a:gridCol>
                <a:gridCol w="1052477">
                  <a:extLst>
                    <a:ext uri="{9D8B030D-6E8A-4147-A177-3AD203B41FA5}">
                      <a16:colId xmlns:a16="http://schemas.microsoft.com/office/drawing/2014/main" xmlns="" val="3132601626"/>
                    </a:ext>
                  </a:extLst>
                </a:gridCol>
                <a:gridCol w="1210346">
                  <a:extLst>
                    <a:ext uri="{9D8B030D-6E8A-4147-A177-3AD203B41FA5}">
                      <a16:colId xmlns:a16="http://schemas.microsoft.com/office/drawing/2014/main" xmlns="" val="3395523152"/>
                    </a:ext>
                  </a:extLst>
                </a:gridCol>
                <a:gridCol w="1122641">
                  <a:extLst>
                    <a:ext uri="{9D8B030D-6E8A-4147-A177-3AD203B41FA5}">
                      <a16:colId xmlns:a16="http://schemas.microsoft.com/office/drawing/2014/main" xmlns="" val="2159998707"/>
                    </a:ext>
                  </a:extLst>
                </a:gridCol>
              </a:tblGrid>
              <a:tr h="78555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 err="1">
                          <a:effectLst/>
                          <a:latin typeface="Aptos" panose="020B0004020202020204" pitchFamily="34" charset="0"/>
                        </a:rPr>
                        <a:t>Sr.No</a:t>
                      </a: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.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Name of Equipment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Use / Purpose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Qty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Last Date of calibration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Due Date of Calibration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 panose="020B0004020202020204" pitchFamily="34" charset="0"/>
                        </a:rPr>
                        <a:t>Calibrated by</a:t>
                      </a:r>
                      <a:endParaRPr lang="en-IN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Aptos" panose="020B0004020202020204" pitchFamily="34" charset="0"/>
                        </a:rPr>
                        <a:t>Integration with SAP Yes/No</a:t>
                      </a:r>
                      <a:endParaRPr lang="en-US" dirty="0">
                        <a:effectLst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Aptos"/>
                        </a:rPr>
                        <a:t>Integration Possible Yes/No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3762927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Sheet Dryer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Chember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dry sheets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  <a:endParaRPr lang="en-IN" dirty="0">
                        <a:effectLst/>
                        <a:latin typeface="Apto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651652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Bursting Strength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burst strength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121128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Taber Stiffness Tester ( Universal Make)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stiffness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3985244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Muffle Furnace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ignite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995383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Cobb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cobb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190649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SPS Tester ( Gurley)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porosity of paper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077480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Electronic Balance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Electronic Balance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Degree SR Tester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freeness of pulp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Sheet former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made hand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sheets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Disintegrator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mix pulp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 Meter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pH of Sol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Thickness Micrometer 1004A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thickness of paper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Vacuum Pump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made sheets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Stirrer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mix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Circular Punch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10*10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latin typeface="Calibri"/>
                        </a:rPr>
                        <a:t>gsm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Tear Strip Cutter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tear strength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Tensile  Strip Cutter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check Tensile Strength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Furnace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ignite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Oven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 dry samples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Balance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Weighing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UEC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1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Hot Plate1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Heating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2"/>
                  </a:ext>
                </a:extLst>
              </a:tr>
              <a:tr h="198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6350" marR="6350" marT="6350" marB="0" anchor="b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Vacuum Pump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Vacuum purpose</a:t>
                      </a:r>
                    </a:p>
                  </a:txBody>
                  <a:tcPr marL="6350" marR="6350" marT="6350" marB="0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IN" sz="1100" kern="1200" dirty="0">
                        <a:solidFill>
                          <a:schemeClr val="dk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5953" marR="5953" marT="5953" anchor="ctr">
                    <a:lnL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7476,7,Slide7221"/>
</p:tagLst>
</file>

<file path=ppt/theme/theme1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DB913"/>
      </a:accent1>
      <a:accent2>
        <a:srgbClr val="008676"/>
      </a:accent2>
      <a:accent3>
        <a:srgbClr val="FDB913"/>
      </a:accent3>
      <a:accent4>
        <a:srgbClr val="008676"/>
      </a:accent4>
      <a:accent5>
        <a:srgbClr val="FDB913"/>
      </a:accent5>
      <a:accent6>
        <a:srgbClr val="008676"/>
      </a:accent6>
      <a:hlink>
        <a:srgbClr val="FDB913"/>
      </a:hlink>
      <a:folHlink>
        <a:srgbClr val="008676"/>
      </a:folHlink>
    </a:clrScheme>
    <a:fontScheme name="Custom 4">
      <a:majorFont>
        <a:latin typeface="Calibri Light"/>
        <a:ea typeface=""/>
        <a:cs typeface=""/>
      </a:majorFont>
      <a:minorFont>
        <a:latin typeface="DIN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50"/>
        </a:solidFill>
      </a:spPr>
      <a:bodyPr rtlCol="0" anchor="ctr"/>
      <a:lstStyle>
        <a:defPPr algn="ctr">
          <a:defRPr b="1">
            <a:ln w="12700">
              <a:solidFill>
                <a:schemeClr val="accent1"/>
              </a:solidFill>
              <a:prstDash val="solid"/>
            </a:ln>
            <a:pattFill prst="pct50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effectLst>
              <a:outerShdw dist="38100" dir="2640000" algn="bl" rotWithShape="0">
                <a:schemeClr val="accent1"/>
              </a:outerShdw>
            </a:effectLst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DcR_SlideID>e8cc4705-375d-4c8a-81c5-fe5c81d4dd7e</DcR_SlideID>
</file>

<file path=customXml/item2.xml><?xml version="1.0" encoding="utf-8"?>
<DcR_SlideID>25d336c4-f9eb-4321-ba8f-925d54feb7ea</DcR_SlideID>
</file>

<file path=customXml/item3.xml><?xml version="1.0" encoding="utf-8"?>
<DcR_SlideID>f030c21b-6f29-44b2-b149-27c98430f6e2</DcR_SlideID>
</file>

<file path=customXml/item4.xml><?xml version="1.0" encoding="utf-8"?>
<DcR_SlideID>134be1fb-c8d6-4654-9162-ada6084b4422</DcR_SlideID>
</file>

<file path=customXml/item5.xml><?xml version="1.0" encoding="utf-8"?>
<DcR_SlideID>75adb169-aa87-4940-a078-15b0caa6ab53</DcR_SlideID>
</file>

<file path=customXml/item6.xml><?xml version="1.0" encoding="utf-8"?>
<DcR_SlideID>696f7cd7-306f-4aa5-9091-defbcd81335b</DcR_SlideID>
</file>

<file path=customXml/itemProps1.xml><?xml version="1.0" encoding="utf-8"?>
<ds:datastoreItem xmlns:ds="http://schemas.openxmlformats.org/officeDocument/2006/customXml" ds:itemID="{FFCAB3F1-9527-4534-BE86-4C323B15C19A}">
  <ds:schemaRefs/>
</ds:datastoreItem>
</file>

<file path=customXml/itemProps2.xml><?xml version="1.0" encoding="utf-8"?>
<ds:datastoreItem xmlns:ds="http://schemas.openxmlformats.org/officeDocument/2006/customXml" ds:itemID="{496B4311-E8CF-4E74-BD26-96D838381E71}">
  <ds:schemaRefs/>
</ds:datastoreItem>
</file>

<file path=customXml/itemProps3.xml><?xml version="1.0" encoding="utf-8"?>
<ds:datastoreItem xmlns:ds="http://schemas.openxmlformats.org/officeDocument/2006/customXml" ds:itemID="{967D8045-C74D-482C-BF9D-FC93A045E09D}">
  <ds:schemaRefs/>
</ds:datastoreItem>
</file>

<file path=customXml/itemProps4.xml><?xml version="1.0" encoding="utf-8"?>
<ds:datastoreItem xmlns:ds="http://schemas.openxmlformats.org/officeDocument/2006/customXml" ds:itemID="{B7FD860C-D3E6-49EC-A0FE-4D90E80B425C}">
  <ds:schemaRefs/>
</ds:datastoreItem>
</file>

<file path=customXml/itemProps5.xml><?xml version="1.0" encoding="utf-8"?>
<ds:datastoreItem xmlns:ds="http://schemas.openxmlformats.org/officeDocument/2006/customXml" ds:itemID="{07D2C494-7403-4162-9ECB-D55D3CB3212A}">
  <ds:schemaRefs/>
</ds:datastoreItem>
</file>

<file path=customXml/itemProps6.xml><?xml version="1.0" encoding="utf-8"?>
<ds:datastoreItem xmlns:ds="http://schemas.openxmlformats.org/officeDocument/2006/customXml" ds:itemID="{A04AD98B-5832-4D4C-8F68-25204629F46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1442</TotalTime>
  <Words>1127</Words>
  <Application>Microsoft Office PowerPoint</Application>
  <PresentationFormat>Custom</PresentationFormat>
  <Paragraphs>656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2_Office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RAJAT LALL</dc:creator>
  <cp:lastModifiedBy>MANASI .</cp:lastModifiedBy>
  <cp:revision>312</cp:revision>
  <dcterms:created xsi:type="dcterms:W3CDTF">2023-11-06T12:50:29Z</dcterms:created>
  <dcterms:modified xsi:type="dcterms:W3CDTF">2026-05-05T06:56:03Z</dcterms:modified>
</cp:coreProperties>
</file>